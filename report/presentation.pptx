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3A68"/>
                </a:solidFill>
              </a:defRPr>
            </a:pPr>
            <a:r>
              <a:t>Applied Machine Learning with scikit-learn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26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22222"/>
                </a:solidFill>
              </a:defRPr>
            </a:pPr>
            <a:r>
              <a:t>Comparing classifiers and regressors across two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Tanay Malavia, Darpan Attri, Andres Ramos, Harika Yendapalli  •  CSCI 164  •  Spring 2026  •  github.com/malaviatanay/Applied-Machine-Learning-with-scikit-learn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Problem &amp;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• Build the full supervised-learning pipeline on two real datasets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• Apply three algorithms per dataset, tune them, compare results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• Benchmark against prior published work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• Deliverables: Jupyter notebooks, summary report,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Datasets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Size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Titanic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891 rows, 11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Survived (0/1)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California Housing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20,640 rows, 8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MedHouseVal ($100k)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657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• Why these: small, well-documented, strong prior-work benchmarks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• Cover both classification and regression</a:t>
            </a:r>
          </a:p>
        </p:txBody>
      </p:sp>
      <p:pic>
        <p:nvPicPr>
          <p:cNvPr id="5" name="Picture 4" descr="ca_g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4206240"/>
            <a:ext cx="4389120" cy="40364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Titanic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  • Dropped PassengerId / Name / Ticket / Cabin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  • Imputed Age (median), Embarked (mode)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  • One-hot encoded Sex, Embarked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  • Scaled numeric features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California Housing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  • No missing values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  • StandardScaler for linear / MLP models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Validation: 80/20 train-test split, 5-fold CV on training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Models &amp; Rationale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Models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Titanic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Logistic Regression  •  k-NN  •  Decision Tree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California Housing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Linear Regression  •  Decision Tree  •  MLP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291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Linear / Logistic → interpretable baseline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k-NN / Decision Tree → non-parametric, capture local and non-linear structure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MLP → flexible non-linear fit for continuous target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Tuning: GridSearchCV over C, k, max_depth, hidden_layer_sizes, alpha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Results — Titanic (Classification)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65836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41148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LogReg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0.7933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0.7759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0.6522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0.7087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0.8472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k-NN  (winner)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0.7989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0.7797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0.6667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0.7188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0.8489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0.7877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0.8163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0.5797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0.6780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0.7827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29184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k-NN wins overall — highest F1 and ROC-AUC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Tree has best precision (0.82) but worst recall (0.58)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  → over-conservative decision boundary</a:t>
            </a:r>
          </a:p>
        </p:txBody>
      </p:sp>
      <p:pic>
        <p:nvPicPr>
          <p:cNvPr id="5" name="Picture 4" descr="titanic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389120" cy="44455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Results — California Housing (Regression)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65836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R^2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0.5332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0.7456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0.5758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0.4041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0.5979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0.7272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MLP  (winner)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0.3448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0.5100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0.8015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29184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MLP wins — R^2 0.80, beats Linear by 24 points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Linear underfits: income → value is non-linear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• Tree intermediate: axis-aligned greedy splits</a:t>
            </a:r>
          </a:p>
        </p:txBody>
      </p:sp>
      <p:pic>
        <p:nvPicPr>
          <p:cNvPr id="5" name="Picture 4" descr="ca_pred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389120" cy="12162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Comparison to Prior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Titanic — Sehgal (Kaggle): reports 0.77–0.84 accuracy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  → Our 0.79 sits mid-band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  → Gap = feature engineering we omitted (titles, family size)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California Housing — Pace &amp; Barry (1997): R^2 ≈ 0.65 (spatial autoregression)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  → Our MLP: 0.80, matching modern sklearn benchmarks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  → MLP captures the non-linear income-to-value curve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Lessons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What worked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  • Pipelines kept CV leakage-free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  • GridSearchCV materially improved Tree and MLP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Limitations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  • Titanic test set ~178 rows → 1–2 point gaps are noise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  • CA target capped at $500k → residual spike at high end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  • No ensemble methods (out of scope per rubric)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Next steps: feature engineering, gradient boosting, spatial features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F3A68"/>
                </a:solidFill>
              </a:defRPr>
            </a:pPr>
            <a:r>
              <a:t>Thanks — 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55555"/>
                </a:solidFill>
              </a:defRPr>
            </a:pPr>
            <a:r>
              <a:t>github.com/malaviatanay/Applied-Machine-Learning-with-scikit-learn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