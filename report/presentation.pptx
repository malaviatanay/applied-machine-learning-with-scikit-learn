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15"/>
    <p:restoredTop sz="94639"/>
  </p:normalViewPr>
  <p:slideViewPr>
    <p:cSldViewPr snapToGrid="0" snapToObjects="1">
      <p:cViewPr varScale="1">
        <p:scale>
          <a:sx n="137" d="100"/>
          <a:sy n="137" d="100"/>
        </p:scale>
        <p:origin x="74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1F2401-2F59-1644-8DE4-54E2059680B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85BCF8-5EF9-8940-B577-70583C9789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79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85BCF8-5EF9-8940-B577-70583C97894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85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3A68"/>
                </a:solidFill>
              </a:defRPr>
            </a:pPr>
            <a:r>
              <a:t>Applied Machine Learning with scikit-learn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22222"/>
                </a:solidFill>
              </a:defRPr>
            </a:pPr>
            <a:r>
              <a:rPr dirty="0"/>
              <a:t>Comparing classifiers and regressors across two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0"/>
            <a:ext cx="752712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rPr dirty="0"/>
              <a:t>Tanay Malavia</a:t>
            </a:r>
            <a:r>
              <a:rPr lang="en-US" dirty="0"/>
              <a:t> | Darpan Attri | Andres Ramos | Harika Yendapalli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dirty="0"/>
              <a:t>CSCI 164  •  Spring 2026  •  </a:t>
            </a:r>
            <a:r>
              <a:rPr dirty="0" err="1"/>
              <a:t>github.com</a:t>
            </a:r>
            <a:r>
              <a:rPr dirty="0"/>
              <a:t>/</a:t>
            </a:r>
            <a:r>
              <a:rPr dirty="0" err="1"/>
              <a:t>malaviatanay</a:t>
            </a:r>
            <a:r>
              <a:rPr dirty="0"/>
              <a:t>/Applied-Machine-Learning-with-scikit-learn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Problem &amp;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Build the full supervised-learning pipeline on two real datasets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Apply three algorithms per dataset, tune them, compare results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Benchmark against prior published work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Deliverables: Jupyter notebooks, summary report,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Size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Titanic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891 rows, 11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Survived (0/1)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California Housing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20,640 rows, 8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MedHouseVal ($100k)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657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Why these: small, well-documented, strong prior-work benchmarks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• Cover both classification and regression</a:t>
            </a:r>
          </a:p>
        </p:txBody>
      </p:sp>
      <p:pic>
        <p:nvPicPr>
          <p:cNvPr id="5" name="Picture 4" descr="ca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9707" y="3069619"/>
            <a:ext cx="3373680" cy="31025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Titanic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• Dropped PassengerId / Name / Ticket / Cabin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• Imputed Age (median), Embarked (mode)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• One-hot encoded Sex, Embarked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• Scaled numeric features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California Housing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• No missing values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• StandardScaler for linear / MLP models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Validation: 80/20 train-test split, 5-fold CV on training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Models &amp; Rationale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Titanic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Logistic Regression  •  k-NN  •  Decision Tree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California Housing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Linear Regression  •  Decision Tree  •  MLP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Linear / Logistic → interpretable baseline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k-NN / Decision Tree → non-parametric, capture local and non-linear structure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MLP → flexible non-linear fit for continuous target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Tuning: GridSearchCV over C, k, max_depth, hidden_layer_sizes, alpha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Results — Titanic (Classification)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6583680" cy="172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LogReg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0.7933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0.6522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0.8472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k-NN  (winner)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0.6667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0.7188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0.8489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0.5797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0.6780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0.7827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k-NN wins overall — highest F1 and ROC-AUC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Tree has best precision (0.82) but worst recall (0.58)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→ over-conservative decision boundary</a:t>
            </a:r>
          </a:p>
        </p:txBody>
      </p:sp>
      <p:pic>
        <p:nvPicPr>
          <p:cNvPr id="5" name="Picture 4" descr="titanic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389120" cy="44455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Results — California Housing (Regression)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6583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R^2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Linear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0.5332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0.5758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0.4041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0.5979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0.7272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MLP  (winner)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0.3448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0.5100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0.8015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MLP wins — R^2 0.80, beats Linear by 24 points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Linear underfits: income → value is non-linear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• Tree intermediate: axis-aligned greedy splits</a:t>
            </a:r>
          </a:p>
        </p:txBody>
      </p:sp>
      <p:pic>
        <p:nvPicPr>
          <p:cNvPr id="5" name="Picture 4" descr="ca_pred_v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3837" y="4450703"/>
            <a:ext cx="6922822" cy="19183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Comparison to Prior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Titanic — Sehgal (Kaggle): reports 0.77–0.84 accuracy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→ Our 0.79 sits mid-band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→ Gap = feature engineering we omitted (titles, family size)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California Housing — Pace &amp; Barry (1997): R^2 ≈ 0.65 (spatial autoregression)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→ Our MLP: 0.80, matching modern sklearn benchmarks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→ MLP captures the non-linear income-to-value curve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Lessons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rPr dirty="0"/>
              <a:t>What worked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rPr dirty="0"/>
              <a:t>  • Pipelines kept CV leakage-free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rPr dirty="0"/>
              <a:t>  • </a:t>
            </a:r>
            <a:r>
              <a:rPr dirty="0" err="1"/>
              <a:t>GridSearchCV</a:t>
            </a:r>
            <a:r>
              <a:rPr dirty="0"/>
              <a:t> materially improved Tree and MLP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rPr dirty="0"/>
              <a:t>Limitations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rPr dirty="0"/>
              <a:t>  • Titanic test set </a:t>
            </a:r>
            <a:r>
              <a:rPr lang="en-US" dirty="0"/>
              <a:t>~</a:t>
            </a:r>
            <a:r>
              <a:rPr dirty="0"/>
              <a:t>178 rows → 1–2 point gaps are noise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rPr dirty="0"/>
              <a:t>  • CA target capped at $500k → residual spike at high end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rPr dirty="0"/>
              <a:t>  • No ensemble methods (out of scope per rubric)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rPr dirty="0"/>
              <a:t>Next steps: feature engineering, gradient boosting, spatial features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56032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F3A68"/>
                </a:solidFill>
              </a:defRPr>
            </a:pPr>
            <a:r>
              <a:t>Thanks —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github.com/malaviatanay/Applied-Machine-Learning-with-scikit-learn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525</Words>
  <Application>Microsoft Macintosh PowerPoint</Application>
  <PresentationFormat>Widescreen</PresentationFormat>
  <Paragraphs>118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Tanay Ashwinkumar, Malavia</cp:lastModifiedBy>
  <cp:revision>6</cp:revision>
  <dcterms:created xsi:type="dcterms:W3CDTF">2013-01-27T09:14:16Z</dcterms:created>
  <dcterms:modified xsi:type="dcterms:W3CDTF">2026-04-21T17:59:36Z</dcterms:modified>
  <cp:category/>
</cp:coreProperties>
</file>